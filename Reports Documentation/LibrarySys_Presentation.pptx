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40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1294A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572000" cy="4572000"/>
          </a:xfrm>
          <a:prstGeom prst="ellipse">
            <a:avLst/>
          </a:prstGeom>
          <a:solidFill>
            <a:srgbClr val="1129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69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PROG103 · PRINCIPLES OF STRUCTURED PROGRAMMING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LibrarySys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Digital Solution for Library Management in Sierra Leone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SDG 4: Quality Education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E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are still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 paper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005840" cy="10058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51078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57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everyday challenge in Sierra Leonean schools and public libraries.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68580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74920" y="102412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borrowers, and due dates are tracked by hand in ledgers — slow and error-prone.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201168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availability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74920" y="235000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tell if a book is on the shelf without queueing at the desk.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33756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time for everyone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74920" y="367588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spend hours reconciling paper records instead of helping readers.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466344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4617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trail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74920" y="500176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books and lost copies are hard to trace back to a borrower.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Sustainable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E6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access to books and learning materials by making requests and availability instant.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E6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737" y="228325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9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75488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Infrastructure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processes with reusable, open-source digital infrastructure any school can adopt.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E6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410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937" y="228325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64108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Communities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41080" y="42519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a shared community institution through transparent, accountable resource management.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structured programming principles in a real GUI environment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87452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program using functions and clear logical flow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GUI components (tkinter) directly with backend logic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29184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52044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4290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submit the project using GitHub and terminal commands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9834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present a complete, working software solution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84632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AF0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5074920"/>
            <a:ext cx="502920" cy="502920"/>
          </a:xfrm>
          <a:prstGeom prst="ellipse">
            <a:avLst/>
          </a:prstGeom>
          <a:solidFill>
            <a:srgbClr val="1A3E6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49834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 real-world problem in Sierra Leone aligned with the SDGs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clean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3746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access: manage books &amp; users, register students, approve requests, issue/return, reports.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4884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737" y="23746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Librarian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54880" y="365760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catalog, registers students, approves requests, issues and returns books.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41080" y="214884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937" y="237469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641080" y="365760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catalog, requests books, views assigned loans, returns books — own dashboard only.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request to return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14600" y="2880360"/>
            <a:ext cx="27432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45820" y="2103120"/>
            <a:ext cx="1371600" cy="137160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4602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Admin/Librarian registers a student — Student ID auto-generated.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2880360"/>
            <a:ext cx="27432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086100" y="2103120"/>
            <a:ext cx="1371600" cy="137160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4602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5196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5176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65176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browses catalog and requests an available book.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95160" y="2880360"/>
            <a:ext cx="27432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326380" y="2103120"/>
            <a:ext cx="1371600" cy="137160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44602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9224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17"/>
          <p:cNvSpPr/>
          <p:nvPr/>
        </p:nvSpPr>
        <p:spPr>
          <a:xfrm>
            <a:off x="64922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9204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89204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Admin/Librarian approves the request; book is issued automatically.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35440" y="2880360"/>
            <a:ext cx="274320" cy="0"/>
          </a:xfrm>
          <a:prstGeom prst="line">
            <a:avLst/>
          </a:prstGeom>
          <a:noFill/>
          <a:ln w="25400">
            <a:solidFill>
              <a:srgbClr val="C9D6EA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7566660" y="2103120"/>
            <a:ext cx="1371600" cy="137160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244602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73252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3"/>
          <p:cNvSpPr/>
          <p:nvPr/>
        </p:nvSpPr>
        <p:spPr>
          <a:xfrm>
            <a:off x="87325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13232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13232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instantly sees the book on their personal dashboard.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806940" y="2103120"/>
            <a:ext cx="1371600" cy="1371600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244602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972800" y="201168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5" name="Text 28"/>
          <p:cNvSpPr/>
          <p:nvPr/>
        </p:nvSpPr>
        <p:spPr>
          <a:xfrm>
            <a:off x="109728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37260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372600" y="39776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returns the book; it becomes available again.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with zero available copies cannot be requested — it simply will not repeat in the request list until a copy is returned.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PROGRAMMING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3E6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743200" cy="960120"/>
          </a:xfrm>
          <a:prstGeom prst="rect">
            <a:avLst/>
          </a:prstGeom>
          <a:solidFill>
            <a:srgbClr val="1A3E6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20440" y="17830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only: colours, roles, navigation, defaults — no logic.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3E6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26080"/>
            <a:ext cx="2743200" cy="960120"/>
          </a:xfrm>
          <a:prstGeom prst="rect">
            <a:avLst/>
          </a:prstGeom>
          <a:solidFill>
            <a:srgbClr val="1A3E6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data_store.py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all data structures; atomic save/load to data.json.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3E6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69080"/>
            <a:ext cx="2743200" cy="960120"/>
          </a:xfrm>
          <a:prstGeom prst="rect">
            <a:avLst/>
          </a:prstGeom>
          <a:solidFill>
            <a:srgbClr val="1A3E6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logic.py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40690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pure functions: validation, issuing, returning, requests, stats — no tkinter import.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3E6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212080"/>
            <a:ext cx="2743200" cy="960120"/>
          </a:xfrm>
          <a:prstGeom prst="rect">
            <a:avLst/>
          </a:prstGeom>
          <a:solidFill>
            <a:srgbClr val="1A3E6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12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gui/ (login, main_app, pages)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20440" y="52120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window, sidebar, and pages; calls into logic.py only.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3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LibrarySys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2594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Student IDs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19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generates a unique ID and password automatically.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5740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82" y="22594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Catalog Search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319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 by title, author, ISBN, or category in real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05740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122" y="22594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Approve → Return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319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borrowing cycle with availability checks at every step.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" y="45912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257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Dashboard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6509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titles, loans, overdue items, and category breakdown.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38912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082" y="459120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257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&amp; Roles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6509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logged; access is restricted by user role.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A3E6F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389120"/>
            <a:ext cx="777240" cy="77724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3122" y="459120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257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Report Export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56509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and transactions export to CSV for sharing or backup.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COMPLIANCE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accessible, and ethical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GitHub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docs &amp; screenshots included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737" y="22832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Interoperability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JSON storage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5488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auditable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5488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21040" y="17373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1294A"/>
          </a:solidFill>
          <a:ln/>
        </p:spPr>
      </p:sp>
      <p:sp>
        <p:nvSpPr>
          <p:cNvPr id="19" name="Shape 15"/>
          <p:cNvSpPr/>
          <p:nvPr/>
        </p:nvSpPr>
        <p:spPr>
          <a:xfrm>
            <a:off x="8641080" y="2057400"/>
            <a:ext cx="868680" cy="868680"/>
          </a:xfrm>
          <a:prstGeom prst="ellipse">
            <a:avLst/>
          </a:prstGeom>
          <a:solidFill>
            <a:srgbClr val="1A3E6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937" y="228325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410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Ethics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410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collected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64108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64108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audit trail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 |  PROG103 Final Project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1294A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1129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3624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743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LibrarySys — putting library services in Sierra Leone within easy, structured reach.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Demonstration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722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LibrarySys</dc:title>
  <dc:subject>PptxGenJS Presentation</dc:subject>
  <dc:creator>PROG103 Final Project</dc:creator>
  <cp:lastModifiedBy>mohamed swaray</cp:lastModifiedBy>
  <cp:revision>2</cp:revision>
  <dcterms:created xsi:type="dcterms:W3CDTF">2026-06-30T10:04:37Z</dcterms:created>
  <dcterms:modified xsi:type="dcterms:W3CDTF">2026-06-30T14:20:39Z</dcterms:modified>
</cp:coreProperties>
</file>